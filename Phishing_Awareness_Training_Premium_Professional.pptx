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Phishing Awareness Training</a:t>
            </a:r>
          </a:p>
          <a:p>
            <a:pPr algn="ctr">
              <a:defRPr sz="2000">
                <a:solidFill>
                  <a:srgbClr val="CBD5E1"/>
                </a:solidFill>
              </a:defRPr>
            </a:pPr>
            <a:r>
              <a:t>Recognizing &amp; Preventing Online Scams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Prepared by: Praveen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Phishing is a cyber attack that targets human trust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Attackers impersonate legitimate organizations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Main objective is to steal credentials and financial data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Relies on deception rather than technical exploits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Phishing is a Serious Threat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Financial losses and identity theft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Unauthorized access to personal and corporate systems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Data breaches and reputational damage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Most cyber incidents begin with phishing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Types of Phishing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Email Phishing – Fake emails posing as trusted entities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Smishing – Phishing attacks delivered via SMS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Vishing – Voice calls impersonating officials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Fake websites and social media scams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to Identify Phishing Attempts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Urgent or threatening language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Suspicious sender addresses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Unexpected attachments or shortened links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Spelling mistakes and unusual formatting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Fake Website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Slightly altered or misspelled URLs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Missing HTTPS or security certificates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Requests for sensitive information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Unprofessional design or pop-up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Social Engineering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Fear – Threats of account suspension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Urgency – Pressure to act immediately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Authority – Impersonation of banks or IT teams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Incentives – Fake rewards or offers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Best Practices &amp; Prevention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Verify the sender before taking action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Never share OTPs or passwords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Enable multi-factor authentication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Use updated security software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Report suspicious communications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Real-World Phishing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Message: 'Your account is suspended. Verify now.'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Red flags: urgency, generic greeting, suspicious link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Correct action: contact the organization directly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Quick 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Which is a common sign of phishing?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Urgent and threatening messages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Unexpected requests for sensitive information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If You Become a Victim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Change affected passwords immediately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Inform your bank or IT security team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Scan your device for malware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Monitor accounts for unusual activity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Phishing targets human behavior, not systems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Awareness is the strongest defense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Always pause and verify before clicking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2039</Words>
  <Application>WPS Presentation</Application>
  <PresentationFormat>On-screen Show (4:3)</PresentationFormat>
  <Paragraphs>79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Art_mountaineering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Praveen</cp:lastModifiedBy>
  <cp:revision>2</cp:revision>
  <dcterms:created xsi:type="dcterms:W3CDTF">2013-01-27T09:14:00Z</dcterms:created>
  <dcterms:modified xsi:type="dcterms:W3CDTF">2026-01-29T15:53:17Z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FBDD5A6BB5B248E28D1B58AA6B74811E_12</vt:lpwstr>
  </property>
  <property fmtid="{D5CDD505-2E9C-101B-9397-08002B2CF9AE}" pid="3" name="KSOProductBuildVer">
    <vt:lpwstr>1033-12.2.0.23196</vt:lpwstr>
  </property>
</Properties>
</file>