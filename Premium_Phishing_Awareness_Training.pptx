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Phishing Awareness Training</a:t>
            </a:r>
          </a:p>
          <a:p>
            <a:pPr algn="ctr">
              <a:defRPr sz="2000">
                <a:solidFill>
                  <a:srgbClr val="CBD5E1"/>
                </a:solidFill>
              </a:defRPr>
            </a:pPr>
            <a:r>
              <a:t>Recognizing &amp; Preventing Online Scams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A cyber attack that tricks users into revealing sensitive information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Attackers impersonate trusted organizations like banks or companies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Targets passwords, OTPs, and financial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Types of Phishing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Email phishing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SMS phishing (Smishing)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Voice phishing (Vishing)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Fake websites and social media scams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to Recognize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Urgent or threatening language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Unknown or suspicious sender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Suspicious links or attachments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Spelling mistakes and fake URLs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Social Engineering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Fear: Account suspension warnings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Urgency: Act immediately messages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Trust: Pretending to be HR, IT, or banks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Rewards: Fake prizes or offers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Best Practices &amp; Safety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Never click unknown links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Verify sender email addresses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Do not share OTPs or passwords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Enable two-factor authentication (2FA)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Real-World Phishing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Fake message: 'Your account is suspended. Verify now.'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Why it is fake: urgency, suspicious link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Correct action: Contact bank directly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Interactive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Which is a sign of phishing?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Urgent threat messages (Correct answer)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What To Do If You Fall Victim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Change passwords immediately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Inform bank or IT team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Scan device for malware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Report the incident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Phishing targets human trust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Awareness is the best defense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Think before you click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